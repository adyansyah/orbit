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7" autoAdjust="0"/>
    <p:restoredTop sz="94660"/>
  </p:normalViewPr>
  <p:slideViewPr>
    <p:cSldViewPr snapToGrid="0">
      <p:cViewPr>
        <p:scale>
          <a:sx n="66" d="100"/>
          <a:sy n="66" d="100"/>
        </p:scale>
        <p:origin x="2280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C724C-1D96-4CD8-8A2F-41A0E617F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AB0E78-A116-4572-A695-3DBEF42F0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B340F-C3D0-4A8C-A0AD-CC32D8BA4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11D2-21A8-4C9C-9207-9B5E0E5FBDAD}" type="datetimeFigureOut">
              <a:rPr lang="en-ID" smtClean="0"/>
              <a:t>21/03/2022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8B7A1-DA13-473A-A6D2-E14EC4BDD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C3CD6-FB2B-4863-9791-5F594A9CF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D955-F607-4F19-9DBC-3E92E62D1C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2035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AEAF-3501-4FD2-A9B8-7848DDF99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1F8C5-3BE8-4EFE-BBC0-86FAE9DC5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C2823-82C9-42CF-9798-B19B1B055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11D2-21A8-4C9C-9207-9B5E0E5FBDAD}" type="datetimeFigureOut">
              <a:rPr lang="en-ID" smtClean="0"/>
              <a:t>21/03/2022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962B9-7187-4ACD-BD7E-2E1E020F1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0AD86-8FE4-464B-85E7-B3E338599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D955-F607-4F19-9DBC-3E92E62D1C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25996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4223A-C7D3-45E0-8CB4-E897DA4EF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26A37-70C6-46F4-9A95-260413FF6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DD146-4828-40BE-B4E7-3D9F006DF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11D2-21A8-4C9C-9207-9B5E0E5FBDAD}" type="datetimeFigureOut">
              <a:rPr lang="en-ID" smtClean="0"/>
              <a:t>21/03/2022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11C3D-37BD-4879-BC3A-903525A7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560A4-57E7-4BDB-A3E2-6DFBEC957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D955-F607-4F19-9DBC-3E92E62D1C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64787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209D5-D1AF-4970-BD43-419DBB566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C649E-3396-4D32-B3EA-90A442E67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ABE7A3-5DAF-4C76-A019-9C9B327D2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CEF2F-FBD8-47A0-8705-1A88A3A6F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11D2-21A8-4C9C-9207-9B5E0E5FBDAD}" type="datetimeFigureOut">
              <a:rPr lang="en-ID" smtClean="0"/>
              <a:t>21/03/2022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A6D57-E9B8-4493-986B-446433846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90279D-3ECE-4E91-BCA2-90EBAD121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D955-F607-4F19-9DBC-3E92E62D1C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7702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B0EDB-5229-4584-B1FD-768037EEB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1329E-646B-4706-B4A7-C04BAD470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1CD701-2020-4085-BA62-A8886E97A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6BC633-55BD-403D-8D26-BBFCFEF7B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E9F65D-168B-4209-8E65-AA4D72C28E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1F3002-24B5-4226-9DC4-0C975DBA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11D2-21A8-4C9C-9207-9B5E0E5FBDAD}" type="datetimeFigureOut">
              <a:rPr lang="en-ID" smtClean="0"/>
              <a:t>21/03/2022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700498-80B3-4566-9172-A75747060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B2F93-9B33-4635-9F0D-B86C023D2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D955-F607-4F19-9DBC-3E92E62D1C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2683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C4D3-993D-4A4E-A3C8-B0BF79026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0A2557-A8C5-4500-800A-BA6DD3A42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11D2-21A8-4C9C-9207-9B5E0E5FBDAD}" type="datetimeFigureOut">
              <a:rPr lang="en-ID" smtClean="0"/>
              <a:t>21/03/2022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5E873-0DBC-414F-BB5B-0CDD3650A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5215C0-3453-473F-B9DC-C5A51202C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D955-F607-4F19-9DBC-3E92E62D1C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30610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EEC770-F008-44AA-8B2B-4FE8977B1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11D2-21A8-4C9C-9207-9B5E0E5FBDAD}" type="datetimeFigureOut">
              <a:rPr lang="en-ID" smtClean="0"/>
              <a:t>21/03/2022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F81871-C7CE-4D76-8B74-BFEB44F5C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327DA-9023-43FF-A7AC-9DC633508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D955-F607-4F19-9DBC-3E92E62D1C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4937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7BD72-CC16-4E29-B469-1AE6DD832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70116-3A7B-4327-9A15-28F6AAAFF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8E779-41CF-4C22-97BB-F109349A2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4DB249-7C29-4AF4-83B8-788C6B7B7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11D2-21A8-4C9C-9207-9B5E0E5FBDAD}" type="datetimeFigureOut">
              <a:rPr lang="en-ID" smtClean="0"/>
              <a:t>21/03/2022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A4B49C-9CEA-4A2C-8C34-8B81BF1FC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7A19E-AA41-43EB-B150-FA838A05C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D955-F607-4F19-9DBC-3E92E62D1C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50320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17A21-21AE-4831-A04B-18DB34D1F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EF017F-7D65-4758-9290-173BE91E9C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4499C0-2929-49F2-AF8E-17EBBBBF3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5C44F-FE56-4DE8-9F5A-437FC0D4C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11D2-21A8-4C9C-9207-9B5E0E5FBDAD}" type="datetimeFigureOut">
              <a:rPr lang="en-ID" smtClean="0"/>
              <a:t>21/03/2022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DEF99-DB85-443B-B702-2C9FD9B58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5520F-D2B8-4B88-BFB0-55AA5EC39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D955-F607-4F19-9DBC-3E92E62D1C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97651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57E06-51C4-4FEB-AD4C-7BF83B0D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E5EC91-32CC-45EB-8C60-6CC64F358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E1A4E-69A9-4942-8EF6-A35CACD5D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11D2-21A8-4C9C-9207-9B5E0E5FBDAD}" type="datetimeFigureOut">
              <a:rPr lang="en-ID" smtClean="0"/>
              <a:t>21/03/2022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FBBFF-47DF-466B-B90C-8E800C6F9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2A63B-9311-441D-8BC6-6974F959F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D955-F607-4F19-9DBC-3E92E62D1C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1896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5D56C7-6A57-4D81-BFCF-862229DE24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D7C958-A083-421B-B6A2-66C8BE036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B194E-98A9-4E7B-8DDF-4C5447192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11D2-21A8-4C9C-9207-9B5E0E5FBDAD}" type="datetimeFigureOut">
              <a:rPr lang="en-ID" smtClean="0"/>
              <a:t>21/03/2022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5B25C-137A-434E-9025-B28B59534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33E26-0C2D-4720-BBE0-AABCE6676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D955-F607-4F19-9DBC-3E92E62D1C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11470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40F692-3B4A-495E-BC85-B11613036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83C1C-F012-4248-9F69-935F0416B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6AE1C-1E72-44AB-9F2B-D26DFDBBA6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A11D2-21A8-4C9C-9207-9B5E0E5FBDAD}" type="datetimeFigureOut">
              <a:rPr lang="en-ID" smtClean="0"/>
              <a:t>21/03/2022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23A47-6321-4C3C-BA90-A53E69384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F9139-FC05-488E-8B04-508761BDC8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DD955-F607-4F19-9DBC-3E92E62D1C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5986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E9B4F-9B7A-4D2C-B14B-84EA4F75B1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Reinforcement Learning</a:t>
            </a:r>
            <a:br>
              <a:rPr lang="en-US" dirty="0"/>
            </a:br>
            <a:r>
              <a:rPr lang="en-US" dirty="0"/>
              <a:t>Bot Tic-Tac-Toe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573F7B-D954-49E7-B632-A2F0E23A21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Angga</a:t>
            </a:r>
            <a:r>
              <a:rPr lang="en-US" dirty="0"/>
              <a:t> </a:t>
            </a:r>
            <a:r>
              <a:rPr lang="en-US" dirty="0" err="1"/>
              <a:t>Dwi</a:t>
            </a:r>
            <a:r>
              <a:rPr lang="en-US" dirty="0"/>
              <a:t> </a:t>
            </a:r>
            <a:r>
              <a:rPr lang="en-US" dirty="0" err="1"/>
              <a:t>Andriyansyah</a:t>
            </a:r>
            <a:r>
              <a:rPr lang="en-US" dirty="0"/>
              <a:t> - </a:t>
            </a:r>
            <a:r>
              <a:rPr lang="en-US" dirty="0" err="1"/>
              <a:t>Kangae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787595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22B7C0-44B0-46E8-A70A-3DB84AF76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251" y="1523206"/>
            <a:ext cx="3932237" cy="1200238"/>
          </a:xfrm>
        </p:spPr>
        <p:txBody>
          <a:bodyPr/>
          <a:lstStyle/>
          <a:p>
            <a:pPr algn="ctr"/>
            <a:r>
              <a:rPr lang="en-ID" b="1" i="0" dirty="0" err="1">
                <a:solidFill>
                  <a:srgbClr val="555555"/>
                </a:solidFill>
                <a:effectLst/>
                <a:latin typeface="Roboto" panose="02000000000000000000" pitchFamily="2" charset="0"/>
              </a:rPr>
              <a:t>Permainan</a:t>
            </a:r>
            <a:br>
              <a:rPr lang="en-ID" b="1" dirty="0">
                <a:solidFill>
                  <a:srgbClr val="555555"/>
                </a:solidFill>
                <a:latin typeface="Roboto" panose="02000000000000000000" pitchFamily="2" charset="0"/>
              </a:rPr>
            </a:br>
            <a:r>
              <a:rPr lang="en-ID" b="1" i="0" dirty="0">
                <a:solidFill>
                  <a:srgbClr val="555555"/>
                </a:solidFill>
                <a:effectLst/>
                <a:latin typeface="Roboto" panose="02000000000000000000" pitchFamily="2" charset="0"/>
              </a:rPr>
              <a:t>Tic-Tac-Toe</a:t>
            </a:r>
            <a:endParaRPr lang="en-ID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1FBCD5-01CA-4C1A-A5D9-A9C46428B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09251" y="2988614"/>
            <a:ext cx="3932237" cy="2081010"/>
          </a:xfrm>
        </p:spPr>
        <p:txBody>
          <a:bodyPr>
            <a:normAutofit/>
          </a:bodyPr>
          <a:lstStyle/>
          <a:p>
            <a:pPr algn="just"/>
            <a:r>
              <a:rPr lang="en-ID" sz="2000" dirty="0" err="1"/>
              <a:t>Permainan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r>
              <a:rPr lang="en-ID" sz="2000" dirty="0"/>
              <a:t> </a:t>
            </a:r>
            <a:r>
              <a:rPr lang="en-ID" sz="2000" dirty="0" err="1"/>
              <a:t>terdiri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9 </a:t>
            </a:r>
            <a:r>
              <a:rPr lang="en-ID" sz="2000" dirty="0" err="1"/>
              <a:t>kotak</a:t>
            </a:r>
            <a:r>
              <a:rPr lang="en-ID" sz="2000" dirty="0"/>
              <a:t> </a:t>
            </a:r>
            <a:r>
              <a:rPr lang="en-ID" sz="2000" dirty="0" err="1"/>
              <a:t>berukuran</a:t>
            </a:r>
            <a:r>
              <a:rPr lang="en-ID" sz="2000" dirty="0"/>
              <a:t> 3 x 3, di mana </a:t>
            </a:r>
            <a:r>
              <a:rPr lang="en-ID" sz="2000" dirty="0" err="1"/>
              <a:t>kita</a:t>
            </a:r>
            <a:r>
              <a:rPr lang="en-ID" sz="2000" dirty="0"/>
              <a:t> </a:t>
            </a:r>
            <a:r>
              <a:rPr lang="en-ID" sz="2000" dirty="0" err="1"/>
              <a:t>harus</a:t>
            </a:r>
            <a:r>
              <a:rPr lang="en-ID" sz="2000" dirty="0"/>
              <a:t> </a:t>
            </a:r>
            <a:r>
              <a:rPr lang="en-ID" sz="2000" dirty="0" err="1"/>
              <a:t>mengisi</a:t>
            </a:r>
            <a:r>
              <a:rPr lang="en-ID" sz="2000" dirty="0"/>
              <a:t> </a:t>
            </a:r>
            <a:r>
              <a:rPr lang="en-ID" sz="2000" dirty="0" err="1"/>
              <a:t>tiga</a:t>
            </a:r>
            <a:r>
              <a:rPr lang="en-ID" sz="2000" dirty="0"/>
              <a:t> </a:t>
            </a:r>
            <a:r>
              <a:rPr lang="en-ID" sz="2000" dirty="0" err="1"/>
              <a:t>kotak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sejajar</a:t>
            </a:r>
            <a:r>
              <a:rPr lang="en-ID" sz="2000" dirty="0"/>
              <a:t> </a:t>
            </a:r>
            <a:r>
              <a:rPr lang="en-ID" sz="2000" dirty="0" err="1"/>
              <a:t>atau</a:t>
            </a:r>
            <a:r>
              <a:rPr lang="en-ID" sz="2000" dirty="0"/>
              <a:t> diagonal. Kotak yang </a:t>
            </a:r>
            <a:r>
              <a:rPr lang="en-ID" sz="2000" dirty="0" err="1"/>
              <a:t>diisi</a:t>
            </a:r>
            <a:r>
              <a:rPr lang="en-ID" sz="2000" dirty="0"/>
              <a:t> </a:t>
            </a:r>
            <a:r>
              <a:rPr lang="en-ID" sz="2000" dirty="0" err="1"/>
              <a:t>bisa</a:t>
            </a:r>
            <a:r>
              <a:rPr lang="en-ID" sz="2000" dirty="0"/>
              <a:t> </a:t>
            </a:r>
            <a:r>
              <a:rPr lang="en-ID" sz="2000" dirty="0" err="1"/>
              <a:t>berbentuk</a:t>
            </a:r>
            <a:r>
              <a:rPr lang="en-ID" sz="2000" dirty="0"/>
              <a:t> </a:t>
            </a:r>
            <a:r>
              <a:rPr lang="en-ID" sz="2000" dirty="0" err="1"/>
              <a:t>apapun</a:t>
            </a:r>
            <a:r>
              <a:rPr lang="en-ID" sz="2000" dirty="0"/>
              <a:t>, </a:t>
            </a:r>
            <a:r>
              <a:rPr lang="en-ID" sz="2000" dirty="0" err="1"/>
              <a:t>namun</a:t>
            </a:r>
            <a:r>
              <a:rPr lang="en-ID" sz="2000" dirty="0"/>
              <a:t> </a:t>
            </a:r>
            <a:r>
              <a:rPr lang="en-ID" sz="2000" dirty="0" err="1"/>
              <a:t>umunya</a:t>
            </a:r>
            <a:r>
              <a:rPr lang="en-ID" sz="2000" dirty="0"/>
              <a:t> </a:t>
            </a:r>
            <a:r>
              <a:rPr lang="en-ID" sz="2000" dirty="0" err="1"/>
              <a:t>digunakan</a:t>
            </a:r>
            <a:r>
              <a:rPr lang="en-ID" sz="2000" dirty="0"/>
              <a:t> 2 </a:t>
            </a:r>
            <a:r>
              <a:rPr lang="en-ID" sz="2000" dirty="0" err="1"/>
              <a:t>simbol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mengisinya</a:t>
            </a:r>
            <a:r>
              <a:rPr lang="en-ID" sz="2000" dirty="0"/>
              <a:t> </a:t>
            </a:r>
            <a:r>
              <a:rPr lang="en-ID" sz="2000" dirty="0" err="1"/>
              <a:t>yaitu</a:t>
            </a:r>
            <a:r>
              <a:rPr lang="en-ID" sz="2000" dirty="0"/>
              <a:t> X dan O.</a:t>
            </a:r>
          </a:p>
          <a:p>
            <a:pPr algn="just"/>
            <a:endParaRPr lang="en-ID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922446-7AD8-4847-935F-4BD72CB33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513" y="1523206"/>
            <a:ext cx="3811588" cy="354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014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B0F60-C5E5-4AAB-ADB6-1BC16A833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6098"/>
            <a:ext cx="10515600" cy="2165804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Karena bot tic tac toe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belajar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reward yang </a:t>
            </a:r>
            <a:r>
              <a:rPr lang="en-US" dirty="0" err="1"/>
              <a:t>diterima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score </a:t>
            </a:r>
            <a:r>
              <a:rPr lang="en-US" dirty="0" err="1"/>
              <a:t>penempatan</a:t>
            </a:r>
            <a:r>
              <a:rPr lang="en-US" dirty="0"/>
              <a:t> X </a:t>
            </a:r>
            <a:r>
              <a:rPr lang="en-US" dirty="0" err="1"/>
              <a:t>atau</a:t>
            </a:r>
            <a:r>
              <a:rPr lang="en-US" dirty="0"/>
              <a:t> O(</a:t>
            </a:r>
            <a:r>
              <a:rPr lang="en-US" dirty="0" err="1"/>
              <a:t>Pilih</a:t>
            </a:r>
            <a:r>
              <a:rPr lang="en-US" dirty="0"/>
              <a:t> salah </a:t>
            </a:r>
            <a:r>
              <a:rPr lang="en-US" dirty="0" err="1"/>
              <a:t>satu</a:t>
            </a:r>
            <a:r>
              <a:rPr lang="en-US" dirty="0"/>
              <a:t>), </a:t>
            </a:r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bot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menempatkan</a:t>
            </a:r>
            <a:r>
              <a:rPr lang="en-US" dirty="0"/>
              <a:t> X </a:t>
            </a:r>
            <a:r>
              <a:rPr lang="en-US" dirty="0" err="1"/>
              <a:t>atau</a:t>
            </a:r>
            <a:r>
              <a:rPr lang="en-US" dirty="0"/>
              <a:t> O pada 3 </a:t>
            </a:r>
            <a:r>
              <a:rPr lang="en-US" dirty="0" err="1"/>
              <a:t>kotak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sejajar</a:t>
            </a:r>
            <a:r>
              <a:rPr lang="en-US" dirty="0"/>
              <a:t> dan </a:t>
            </a:r>
            <a:r>
              <a:rPr lang="en-US" dirty="0" err="1"/>
              <a:t>menempatkan</a:t>
            </a:r>
            <a:r>
              <a:rPr lang="en-US" dirty="0"/>
              <a:t> X </a:t>
            </a:r>
            <a:r>
              <a:rPr lang="en-US" dirty="0" err="1"/>
              <a:t>atau</a:t>
            </a:r>
            <a:r>
              <a:rPr lang="en-US" dirty="0"/>
              <a:t> O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mencegah</a:t>
            </a:r>
            <a:r>
              <a:rPr lang="en-US" dirty="0"/>
              <a:t> </a:t>
            </a:r>
            <a:r>
              <a:rPr lang="en-US" dirty="0" err="1"/>
              <a:t>lawan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dulu</a:t>
            </a:r>
            <a:r>
              <a:rPr lang="en-US" dirty="0"/>
              <a:t> </a:t>
            </a:r>
            <a:r>
              <a:rPr lang="en-US" dirty="0" err="1"/>
              <a:t>menempatkan</a:t>
            </a:r>
            <a:r>
              <a:rPr lang="en-US" dirty="0"/>
              <a:t> X </a:t>
            </a:r>
            <a:r>
              <a:rPr lang="en-US" dirty="0" err="1"/>
              <a:t>atau</a:t>
            </a:r>
            <a:r>
              <a:rPr lang="en-US" dirty="0"/>
              <a:t> O pada 3 </a:t>
            </a:r>
            <a:r>
              <a:rPr lang="en-US" dirty="0" err="1"/>
              <a:t>kotak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sejajar</a:t>
            </a:r>
            <a:r>
              <a:rPr lang="en-US" dirty="0"/>
              <a:t>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98447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6129D96-C2C4-4FC8-B139-A6F6067D9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832378"/>
              </p:ext>
            </p:extLst>
          </p:nvPr>
        </p:nvGraphicFramePr>
        <p:xfrm>
          <a:off x="1640114" y="1251616"/>
          <a:ext cx="8911771" cy="43547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0631">
                  <a:extLst>
                    <a:ext uri="{9D8B030D-6E8A-4147-A177-3AD203B41FA5}">
                      <a16:colId xmlns:a16="http://schemas.microsoft.com/office/drawing/2014/main" val="3893558191"/>
                    </a:ext>
                  </a:extLst>
                </a:gridCol>
                <a:gridCol w="6811140">
                  <a:extLst>
                    <a:ext uri="{9D8B030D-6E8A-4147-A177-3AD203B41FA5}">
                      <a16:colId xmlns:a16="http://schemas.microsoft.com/office/drawing/2014/main" val="1742598390"/>
                    </a:ext>
                  </a:extLst>
                </a:gridCol>
              </a:tblGrid>
              <a:tr h="885611">
                <a:tc>
                  <a:txBody>
                    <a:bodyPr/>
                    <a:lstStyle/>
                    <a:p>
                      <a:pPr algn="just"/>
                      <a:r>
                        <a:rPr lang="en-US" sz="2400" b="0" dirty="0"/>
                        <a:t>Objective</a:t>
                      </a:r>
                      <a:endParaRPr lang="en-ID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2400" b="0" dirty="0" err="1"/>
                        <a:t>menempatkan</a:t>
                      </a:r>
                      <a:r>
                        <a:rPr lang="es-ES" sz="2400" b="0" dirty="0"/>
                        <a:t> X </a:t>
                      </a:r>
                      <a:r>
                        <a:rPr lang="es-ES" sz="2400" b="0" dirty="0" err="1"/>
                        <a:t>atau</a:t>
                      </a:r>
                      <a:r>
                        <a:rPr lang="es-ES" sz="2400" b="0" dirty="0"/>
                        <a:t> O pada 3 </a:t>
                      </a:r>
                      <a:r>
                        <a:rPr lang="es-ES" sz="2400" b="0" dirty="0" err="1"/>
                        <a:t>kotak</a:t>
                      </a:r>
                      <a:r>
                        <a:rPr lang="es-ES" sz="2400" b="0" dirty="0"/>
                        <a:t> secara </a:t>
                      </a:r>
                      <a:r>
                        <a:rPr lang="es-ES" sz="2400" b="0" dirty="0" err="1"/>
                        <a:t>sejajar</a:t>
                      </a:r>
                      <a:r>
                        <a:rPr lang="es-ES" sz="2400" b="0" dirty="0"/>
                        <a:t> (</a:t>
                      </a:r>
                      <a:r>
                        <a:rPr lang="es-ES" sz="2400" b="0" dirty="0" err="1"/>
                        <a:t>Vertikal</a:t>
                      </a:r>
                      <a:r>
                        <a:rPr lang="es-ES" sz="2400" b="0" dirty="0"/>
                        <a:t>, horizontal, dan diagonal)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030241"/>
                  </a:ext>
                </a:extLst>
              </a:tr>
              <a:tr h="571866">
                <a:tc>
                  <a:txBody>
                    <a:bodyPr/>
                    <a:lstStyle/>
                    <a:p>
                      <a:pPr algn="just"/>
                      <a:r>
                        <a:rPr lang="en-US" sz="2400" b="0" dirty="0"/>
                        <a:t>State</a:t>
                      </a:r>
                      <a:endParaRPr lang="en-ID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FontTx/>
                        <a:buNone/>
                      </a:pPr>
                      <a:r>
                        <a:rPr lang="en-US" sz="2400" b="0" dirty="0"/>
                        <a:t>Gambar </a:t>
                      </a:r>
                      <a:r>
                        <a:rPr lang="en-US" sz="2400" b="0" dirty="0" err="1"/>
                        <a:t>kotak</a:t>
                      </a:r>
                      <a:r>
                        <a:rPr lang="en-US" sz="2400" b="0" dirty="0"/>
                        <a:t> tic tac toe 9x9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429064"/>
                  </a:ext>
                </a:extLst>
              </a:tr>
              <a:tr h="885611">
                <a:tc>
                  <a:txBody>
                    <a:bodyPr/>
                    <a:lstStyle/>
                    <a:p>
                      <a:pPr algn="just"/>
                      <a:r>
                        <a:rPr lang="en-US" sz="2400" b="0" dirty="0"/>
                        <a:t>Action</a:t>
                      </a:r>
                      <a:endParaRPr lang="en-ID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D" sz="2400" b="0" dirty="0" err="1"/>
                        <a:t>menempatkan</a:t>
                      </a:r>
                      <a:r>
                        <a:rPr lang="en-ID" sz="2400" b="0" dirty="0"/>
                        <a:t> symbol (X </a:t>
                      </a:r>
                      <a:r>
                        <a:rPr lang="en-ID" sz="2400" b="0" dirty="0" err="1"/>
                        <a:t>atau</a:t>
                      </a:r>
                      <a:r>
                        <a:rPr lang="en-ID" sz="2400" b="0" dirty="0"/>
                        <a:t> O, </a:t>
                      </a:r>
                      <a:r>
                        <a:rPr lang="en-ID" sz="2400" b="0" dirty="0" err="1"/>
                        <a:t>pilih</a:t>
                      </a:r>
                      <a:r>
                        <a:rPr lang="en-ID" sz="2400" b="0" dirty="0"/>
                        <a:t> salah </a:t>
                      </a:r>
                      <a:r>
                        <a:rPr lang="en-ID" sz="2400" b="0" dirty="0" err="1"/>
                        <a:t>satu</a:t>
                      </a:r>
                      <a:r>
                        <a:rPr lang="en-ID" sz="2400" b="0" dirty="0"/>
                        <a:t>) </a:t>
                      </a:r>
                      <a:r>
                        <a:rPr lang="en-ID" sz="2400" b="0" dirty="0" err="1"/>
                        <a:t>ke</a:t>
                      </a:r>
                      <a:r>
                        <a:rPr lang="en-ID" sz="2400" b="0" dirty="0"/>
                        <a:t> </a:t>
                      </a:r>
                      <a:r>
                        <a:rPr lang="en-ID" sz="2400" b="0" dirty="0" err="1"/>
                        <a:t>dalam</a:t>
                      </a:r>
                      <a:r>
                        <a:rPr lang="en-ID" sz="2400" b="0" dirty="0"/>
                        <a:t> salah </a:t>
                      </a:r>
                      <a:r>
                        <a:rPr lang="en-ID" sz="2400" b="0" dirty="0" err="1"/>
                        <a:t>satu</a:t>
                      </a:r>
                      <a:r>
                        <a:rPr lang="en-ID" sz="2400" b="0" dirty="0"/>
                        <a:t> </a:t>
                      </a:r>
                      <a:r>
                        <a:rPr lang="en-ID" sz="2400" b="0" dirty="0" err="1"/>
                        <a:t>kotak</a:t>
                      </a:r>
                      <a:r>
                        <a:rPr lang="en-ID" sz="2400" b="0" dirty="0"/>
                        <a:t> TTT.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999024"/>
                  </a:ext>
                </a:extLst>
              </a:tr>
              <a:tr h="513092">
                <a:tc>
                  <a:txBody>
                    <a:bodyPr/>
                    <a:lstStyle/>
                    <a:p>
                      <a:pPr algn="just"/>
                      <a:r>
                        <a:rPr lang="en-US" sz="2400" b="0" dirty="0"/>
                        <a:t>Reward</a:t>
                      </a:r>
                      <a:endParaRPr lang="en-ID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sv-SE" sz="2400" b="0" dirty="0"/>
                        <a:t>berupa score berdasarkan pilihan terbaik penempatan X atau 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67030"/>
                  </a:ext>
                </a:extLst>
              </a:tr>
              <a:tr h="885611">
                <a:tc>
                  <a:txBody>
                    <a:bodyPr/>
                    <a:lstStyle/>
                    <a:p>
                      <a:pPr algn="just"/>
                      <a:r>
                        <a:rPr lang="en-US" sz="2400" b="0" dirty="0"/>
                        <a:t>Termination</a:t>
                      </a:r>
                      <a:endParaRPr lang="en-ID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0" dirty="0"/>
                        <a:t>Salah </a:t>
                      </a:r>
                      <a:r>
                        <a:rPr lang="en-US" sz="2400" b="0" dirty="0" err="1"/>
                        <a:t>satu</a:t>
                      </a:r>
                      <a:r>
                        <a:rPr lang="en-US" sz="2400" b="0" dirty="0"/>
                        <a:t> </a:t>
                      </a:r>
                      <a:r>
                        <a:rPr lang="en-US" sz="2400" b="0" dirty="0" err="1"/>
                        <a:t>pemain</a:t>
                      </a:r>
                      <a:r>
                        <a:rPr lang="en-US" sz="2400" b="0" dirty="0"/>
                        <a:t> </a:t>
                      </a:r>
                      <a:r>
                        <a:rPr lang="en-US" sz="2400" b="0" dirty="0" err="1"/>
                        <a:t>berhasil</a:t>
                      </a:r>
                      <a:r>
                        <a:rPr lang="en-US" sz="2400" b="0" dirty="0"/>
                        <a:t> </a:t>
                      </a:r>
                      <a:r>
                        <a:rPr lang="en-US" sz="2400" b="0" dirty="0" err="1"/>
                        <a:t>menempatkan</a:t>
                      </a:r>
                      <a:r>
                        <a:rPr lang="en-US" sz="2400" b="0" dirty="0"/>
                        <a:t> X </a:t>
                      </a:r>
                      <a:r>
                        <a:rPr lang="en-US" sz="2400" b="0" dirty="0" err="1"/>
                        <a:t>atau</a:t>
                      </a:r>
                      <a:r>
                        <a:rPr lang="en-US" sz="2400" b="0" dirty="0"/>
                        <a:t> O pada 3 </a:t>
                      </a:r>
                      <a:r>
                        <a:rPr lang="en-US" sz="2400" b="0" dirty="0" err="1"/>
                        <a:t>kotak</a:t>
                      </a:r>
                      <a:r>
                        <a:rPr lang="en-US" sz="2400" b="0" dirty="0"/>
                        <a:t> </a:t>
                      </a:r>
                      <a:r>
                        <a:rPr lang="en-US" sz="2400" b="0" dirty="0" err="1"/>
                        <a:t>secara</a:t>
                      </a:r>
                      <a:r>
                        <a:rPr lang="en-US" sz="2400" b="0" dirty="0"/>
                        <a:t> </a:t>
                      </a:r>
                      <a:r>
                        <a:rPr lang="en-US" sz="2400" b="0" dirty="0" err="1"/>
                        <a:t>sejajar</a:t>
                      </a:r>
                      <a:r>
                        <a:rPr lang="en-US" sz="2400" b="0" dirty="0"/>
                        <a:t>, dan Ketika </a:t>
                      </a:r>
                      <a:r>
                        <a:rPr lang="en-US" sz="2400" b="0" dirty="0" err="1"/>
                        <a:t>semua</a:t>
                      </a:r>
                      <a:r>
                        <a:rPr lang="en-US" sz="2400" b="0" dirty="0"/>
                        <a:t> </a:t>
                      </a:r>
                      <a:r>
                        <a:rPr lang="en-US" sz="2400" b="0" dirty="0" err="1"/>
                        <a:t>kotak</a:t>
                      </a:r>
                      <a:r>
                        <a:rPr lang="en-US" sz="2400" b="0" dirty="0"/>
                        <a:t> 9x9 </a:t>
                      </a:r>
                      <a:r>
                        <a:rPr lang="en-US" sz="2400" b="0" dirty="0" err="1"/>
                        <a:t>sudah</a:t>
                      </a:r>
                      <a:r>
                        <a:rPr lang="en-US" sz="2400" b="0" dirty="0"/>
                        <a:t> </a:t>
                      </a:r>
                      <a:r>
                        <a:rPr lang="en-US" sz="2400" b="0" dirty="0" err="1"/>
                        <a:t>terisi</a:t>
                      </a:r>
                      <a:endParaRPr lang="en-ID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370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8441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CF048-2566-403C-99FD-A87D982D3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0955"/>
            <a:ext cx="10515600" cy="2456089"/>
          </a:xfrm>
        </p:spPr>
        <p:txBody>
          <a:bodyPr/>
          <a:lstStyle/>
          <a:p>
            <a:pPr marL="0" indent="0" algn="just">
              <a:buNone/>
            </a:pPr>
            <a:r>
              <a:rPr lang="en-ID" dirty="0"/>
              <a:t>RL (Reinforcement Learning)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sesuatu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kepintarannya</a:t>
            </a:r>
            <a:r>
              <a:rPr lang="en-ID" dirty="0"/>
              <a:t> </a:t>
            </a:r>
            <a:r>
              <a:rPr lang="en-ID" dirty="0" err="1"/>
              <a:t>sendiri</a:t>
            </a:r>
            <a:r>
              <a:rPr lang="en-ID" dirty="0"/>
              <a:t>.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karakteristik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reward system,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dia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memerlukan</a:t>
            </a:r>
            <a:r>
              <a:rPr lang="en-ID" dirty="0"/>
              <a:t> dataset </a:t>
            </a:r>
            <a:r>
              <a:rPr lang="en-ID" dirty="0" err="1"/>
              <a:t>awal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pembelajaran</a:t>
            </a:r>
            <a:r>
              <a:rPr lang="en-ID" dirty="0"/>
              <a:t>. RL </a:t>
            </a:r>
            <a:r>
              <a:rPr lang="en-ID" dirty="0" err="1"/>
              <a:t>susah</a:t>
            </a:r>
            <a:r>
              <a:rPr lang="en-ID" dirty="0"/>
              <a:t> </a:t>
            </a:r>
            <a:r>
              <a:rPr lang="en-ID" dirty="0" err="1"/>
              <a:t>dibuat</a:t>
            </a:r>
            <a:r>
              <a:rPr lang="en-ID" dirty="0"/>
              <a:t> pada </a:t>
            </a:r>
            <a:r>
              <a:rPr lang="en-ID" dirty="0" err="1"/>
              <a:t>tahap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 dirty="0"/>
              <a:t> dan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presentasi</a:t>
            </a:r>
            <a:r>
              <a:rPr lang="en-ID" dirty="0"/>
              <a:t> </a:t>
            </a:r>
            <a:r>
              <a:rPr lang="en-ID" dirty="0" err="1"/>
              <a:t>akurasi</a:t>
            </a:r>
            <a:r>
              <a:rPr lang="en-ID" dirty="0"/>
              <a:t> yang </a:t>
            </a:r>
            <a:r>
              <a:rPr lang="en-ID" dirty="0" err="1"/>
              <a:t>rendah</a:t>
            </a:r>
            <a:r>
              <a:rPr lang="en-ID" dirty="0"/>
              <a:t>,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semakin</a:t>
            </a:r>
            <a:r>
              <a:rPr lang="en-ID" dirty="0"/>
              <a:t> lama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akurasi</a:t>
            </a:r>
            <a:r>
              <a:rPr lang="en-ID" dirty="0"/>
              <a:t> yang </a:t>
            </a:r>
            <a:r>
              <a:rPr lang="en-ID" dirty="0" err="1"/>
              <a:t>tinggi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0029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Words>238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Roboto</vt:lpstr>
      <vt:lpstr>Office Theme</vt:lpstr>
      <vt:lpstr>Reinforcement Learning Bot Tic-Tac-Toe</vt:lpstr>
      <vt:lpstr>Permainan Tic-Tac-Toe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 Bot Tic-Tac-Toe</dc:title>
  <dc:creator>nitro 5</dc:creator>
  <cp:lastModifiedBy>nitro 5</cp:lastModifiedBy>
  <cp:revision>1</cp:revision>
  <dcterms:created xsi:type="dcterms:W3CDTF">2022-03-21T08:41:22Z</dcterms:created>
  <dcterms:modified xsi:type="dcterms:W3CDTF">2022-03-21T09:33:22Z</dcterms:modified>
</cp:coreProperties>
</file>